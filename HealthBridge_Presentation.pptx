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258D6F9-9888-722C-7173-E631731E2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53498A-F623-ED15-2F19-C9B67C54E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F3141B88-6633-9451-BDCC-668ADFA28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" y="0"/>
            <a:ext cx="121708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40B2C17-8D5C-0E79-11BA-56EFCF9C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" y="0"/>
            <a:ext cx="121573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7E0473C-307A-2A61-6127-68A6C5023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" y="0"/>
            <a:ext cx="121573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F1284BD-DC8E-B0FB-BE17-483630014BF5}"/>
              </a:ext>
            </a:extLst>
          </p:cNvPr>
          <p:cNvSpPr txBox="1"/>
          <p:nvPr/>
        </p:nvSpPr>
        <p:spPr>
          <a:xfrm>
            <a:off x="2682240" y="4754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30F4EB7-8338-D8BD-494C-7E3B810B3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E1179AD-183A-4812-52F1-94C974CE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1FD47-0B23-DCBF-FE56-C79C42FE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" y="0"/>
            <a:ext cx="12157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7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sailesh kumar</cp:lastModifiedBy>
  <cp:revision>2</cp:revision>
  <dcterms:created xsi:type="dcterms:W3CDTF">2013-01-27T09:14:16Z</dcterms:created>
  <dcterms:modified xsi:type="dcterms:W3CDTF">2026-09-14T12:14:52Z</dcterms:modified>
  <cp:category/>
</cp:coreProperties>
</file>